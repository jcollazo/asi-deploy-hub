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B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FBIB Deploy 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despliegue gubernamental multi-agencia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5BD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Puerto Rico  ·  Junio 2026  ·  🇵🇷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1.  System Overview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2.  Data Flow — Diario (por agencia)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3.  Agent Internals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4.  Portal Admin — Endpoints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5.  Configuración por Agencia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6.  Login Flow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7.  Agent Deployment Lifecycle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8.  Comparativa Boomi vs FBIB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000" dirty="0"/>
          </a:p>
        </p:txBody>
      </p:sp>
      <p:pic>
        <p:nvPicPr>
          <p:cNvPr id="4" name="Image 0" descr="/tmp/mermaid_pngs/d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System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Diario (por agencia)</a:t>
            </a:r>
            <a:endParaRPr lang="en-US" sz="2000" dirty="0"/>
          </a:p>
        </p:txBody>
      </p:sp>
      <p:pic>
        <p:nvPicPr>
          <p:cNvPr id="4" name="Image 0" descr="/tmp/mermaid_pngs/d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Data Flow — Diario (por agencia)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Internals</a:t>
            </a:r>
            <a:endParaRPr lang="en-US" sz="2000" dirty="0"/>
          </a:p>
        </p:txBody>
      </p:sp>
      <p:pic>
        <p:nvPicPr>
          <p:cNvPr id="4" name="Image 0" descr="/tmp/mermaid_pngs/d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Agent Internals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Admin — Endpoints</a:t>
            </a:r>
            <a:endParaRPr lang="en-US" sz="2000" dirty="0"/>
          </a:p>
        </p:txBody>
      </p:sp>
      <p:pic>
        <p:nvPicPr>
          <p:cNvPr id="4" name="Image 0" descr="/tmp/mermaid_pngs/d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Portal Admin — Endpoints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por Agencia</a:t>
            </a:r>
            <a:endParaRPr lang="en-US" sz="2000" dirty="0"/>
          </a:p>
        </p:txBody>
      </p:sp>
      <p:pic>
        <p:nvPicPr>
          <p:cNvPr id="4" name="Image 0" descr="/tmp/mermaid_pngs/d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Configuración por Agencia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Flow</a:t>
            </a:r>
            <a:endParaRPr lang="en-US" sz="2000" dirty="0"/>
          </a:p>
        </p:txBody>
      </p:sp>
      <p:pic>
        <p:nvPicPr>
          <p:cNvPr id="4" name="Image 0" descr="/tmp/mermaid_pngs/d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Login Flow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Deployment Lifecycle</a:t>
            </a:r>
            <a:endParaRPr lang="en-US" sz="2000" dirty="0"/>
          </a:p>
        </p:txBody>
      </p:sp>
      <p:pic>
        <p:nvPicPr>
          <p:cNvPr id="4" name="Image 0" descr="/tmp/mermaid_pngs/d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Agent Deployment Lifecycle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Boomi vs FBIB</a:t>
            </a:r>
            <a:endParaRPr lang="en-US" sz="2000" dirty="0"/>
          </a:p>
        </p:txBody>
      </p:sp>
      <p:pic>
        <p:nvPicPr>
          <p:cNvPr id="4" name="Image 0" descr="/tmp/mermaid_pngs/d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FBIB Deploy Hub  ·  Comparativa Boomi vs FBIB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B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Gobierno de Puerto Rico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E5BD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FBIB Deploy Hub — Arquitectura</dc:title>
  <dc:subject>PptxGenJS Presentation</dc:subject>
  <dc:creator>PRITS — Gobierno de Puerto Rico</dc:creator>
  <cp:lastModifiedBy>PRITS — Gobierno de Puerto Rico</cp:lastModifiedBy>
  <cp:revision>1</cp:revision>
  <dcterms:created xsi:type="dcterms:W3CDTF">2026-06-23T14:41:56Z</dcterms:created>
  <dcterms:modified xsi:type="dcterms:W3CDTF">2026-06-23T14:41:56Z</dcterms:modified>
</cp:coreProperties>
</file>