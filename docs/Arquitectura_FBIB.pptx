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5B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FBIB Deploy Hub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192024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del Sistema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despliegue gubernamental multi-agencia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31520" y="3200400"/>
            <a:ext cx="1371600" cy="36576"/>
          </a:xfrm>
          <a:prstGeom prst="rect">
            <a:avLst/>
          </a:prstGeom>
          <a:solidFill>
            <a:srgbClr val="E5BD4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Gobierno de Puerto Rico  ·  Junio 2026  ·  🇵🇷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222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Contenido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914400" y="1188720"/>
            <a:ext cx="7315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2223A"/>
                </a:solidFill>
              </a:rPr>
              <a:t>1.  System Overview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2223A"/>
                </a:solidFill>
              </a:rPr>
              <a:t>2.  Data Flow — Diario (por agencia)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2223A"/>
                </a:solidFill>
              </a:rPr>
              <a:t>3.  Agent Internals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2223A"/>
                </a:solidFill>
              </a:rPr>
              <a:t>4.  Portal Admin — Endpoints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2223A"/>
                </a:solidFill>
              </a:rPr>
              <a:t>5.  Configuración por Agencia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2223A"/>
                </a:solidFill>
              </a:rPr>
              <a:t>6.  Login Flow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2223A"/>
                </a:solidFill>
              </a:rPr>
              <a:t>7.  Agent Deployment Lifecycle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2223A"/>
                </a:solidFill>
              </a:rPr>
              <a:t>8.  Comparativa Boomi vs FBIB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222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System Overview</a:t>
            </a:r>
            <a:endParaRPr lang="en-US" sz="2000" dirty="0"/>
          </a:p>
        </p:txBody>
      </p:sp>
      <p:pic>
        <p:nvPicPr>
          <p:cNvPr id="4" name="Image 0" descr="/tmp/mermaid_pngs/d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60120"/>
            <a:ext cx="85953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PRITS  ·  FBIB Deploy Hub  ·  System Overview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222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Flow — Diario (por agencia)</a:t>
            </a:r>
            <a:endParaRPr lang="en-US" sz="2000" dirty="0"/>
          </a:p>
        </p:txBody>
      </p:sp>
      <p:pic>
        <p:nvPicPr>
          <p:cNvPr id="4" name="Image 0" descr="/tmp/mermaid_pngs/d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60120"/>
            <a:ext cx="85953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PRITS  ·  FBIB Deploy Hub  ·  Data Flow — Diario (por agencia)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222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Internals</a:t>
            </a:r>
            <a:endParaRPr lang="en-US" sz="2000" dirty="0"/>
          </a:p>
        </p:txBody>
      </p:sp>
      <p:pic>
        <p:nvPicPr>
          <p:cNvPr id="4" name="Image 0" descr="/tmp/mermaid_pngs/d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60120"/>
            <a:ext cx="85953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PRITS  ·  FBIB Deploy Hub  ·  Agent Internals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222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Portal Admin — Endpoints</a:t>
            </a:r>
            <a:endParaRPr lang="en-US" sz="2000" dirty="0"/>
          </a:p>
        </p:txBody>
      </p:sp>
      <p:pic>
        <p:nvPicPr>
          <p:cNvPr id="4" name="Image 0" descr="/tmp/mermaid_pngs/d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60120"/>
            <a:ext cx="85953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PRITS  ·  FBIB Deploy Hub  ·  Portal Admin — Endpoints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222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Configuración por Agencia</a:t>
            </a:r>
            <a:endParaRPr lang="en-US" sz="2000" dirty="0"/>
          </a:p>
        </p:txBody>
      </p:sp>
      <p:pic>
        <p:nvPicPr>
          <p:cNvPr id="4" name="Image 0" descr="/tmp/mermaid_pngs/d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60120"/>
            <a:ext cx="85953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PRITS  ·  FBIB Deploy Hub  ·  Configuración por Agencia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222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Login Flow</a:t>
            </a:r>
            <a:endParaRPr lang="en-US" sz="2000" dirty="0"/>
          </a:p>
        </p:txBody>
      </p:sp>
      <p:pic>
        <p:nvPicPr>
          <p:cNvPr id="4" name="Image 0" descr="/tmp/mermaid_pngs/d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60120"/>
            <a:ext cx="85953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PRITS  ·  FBIB Deploy Hub  ·  Login Flow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222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Deployment Lifecycle</a:t>
            </a:r>
            <a:endParaRPr lang="en-US" sz="2000" dirty="0"/>
          </a:p>
        </p:txBody>
      </p:sp>
      <p:pic>
        <p:nvPicPr>
          <p:cNvPr id="4" name="Image 0" descr="/tmp/mermaid_pngs/d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60120"/>
            <a:ext cx="85953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PRITS  ·  FBIB Deploy Hub  ·  Agent Deployment Lifecycle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68680"/>
          </a:xfrm>
          <a:prstGeom prst="rect">
            <a:avLst/>
          </a:prstGeom>
          <a:solidFill>
            <a:srgbClr val="12223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3716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Comparativa Boomi vs FBIB</a:t>
            </a:r>
            <a:endParaRPr lang="en-US" sz="2000" dirty="0"/>
          </a:p>
        </p:txBody>
      </p:sp>
      <p:pic>
        <p:nvPicPr>
          <p:cNvPr id="4" name="Image 0" descr="/tmp/mermaid_pngs/d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960120"/>
            <a:ext cx="85953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80060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PRITS  ·  FBIB Deploy Hub  ·  Comparativa Boomi vs FBIB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5BD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PRITS  ·  Gobierno de Puerto Rico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31520" y="3017520"/>
            <a:ext cx="1371600" cy="36576"/>
          </a:xfrm>
          <a:prstGeom prst="rect">
            <a:avLst/>
          </a:prstGeom>
          <a:solidFill>
            <a:srgbClr val="E5BD44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FBIB Deploy Hub — Arquitectura</dc:title>
  <dc:subject>PptxGenJS Presentation</dc:subject>
  <dc:creator>PRITS — Gobierno de Puerto Rico</dc:creator>
  <cp:lastModifiedBy>PRITS — Gobierno de Puerto Rico</cp:lastModifiedBy>
  <cp:revision>1</cp:revision>
  <dcterms:created xsi:type="dcterms:W3CDTF">2026-06-23T14:46:26Z</dcterms:created>
  <dcterms:modified xsi:type="dcterms:W3CDTF">2026-06-23T14:46:26Z</dcterms:modified>
</cp:coreProperties>
</file>